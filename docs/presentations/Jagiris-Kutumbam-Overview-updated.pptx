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41280" y="1097280"/>
            <a:ext cx="1645920" cy="16459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371600" y="5303520"/>
            <a:ext cx="1097280" cy="10972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0" y="548640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71600" y="1691640"/>
            <a:ext cx="9445752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371600" y="1691640"/>
            <a:ext cx="9448495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85313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0F172A"/>
                </a:solidFill>
                <a:latin typeface="Segoe UI"/>
              </a:rPr>
              <a:t>Jagiri's Kutumbam</a:t>
            </a:r>
          </a:p>
          <a:p>
            <a:pPr algn="ctr">
              <a:spcBef>
                <a:spcPts val="1000"/>
              </a:spcBef>
            </a:pPr>
            <a:r>
              <a:rPr sz="2000" b="0">
                <a:solidFill>
                  <a:srgbClr val="2563EB"/>
                </a:solidFill>
                <a:latin typeface="Segoe UI"/>
              </a:rPr>
              <a:t>Family Memory Management Application</a:t>
            </a:r>
          </a:p>
          <a:p>
            <a:pPr algn="ctr">
              <a:spcBef>
                <a:spcPts val="1800"/>
              </a:spcBef>
            </a:pPr>
            <a:r>
              <a:rPr sz="1500" b="0">
                <a:solidFill>
                  <a:srgbClr val="64748B"/>
                </a:solidFill>
                <a:latin typeface="Segoe UI"/>
              </a:rPr>
              <a:t>Connect · Remember · Celebrate · Grow Together</a:t>
            </a:r>
          </a:p>
          <a:p>
            <a:pPr algn="ctr">
              <a:spcBef>
                <a:spcPts val="2400"/>
              </a:spcBef>
            </a:pPr>
            <a:r>
              <a:rPr sz="1300" b="1">
                <a:solidFill>
                  <a:srgbClr val="0891B2"/>
                </a:solidFill>
                <a:latin typeface="Segoe UI"/>
              </a:rPr>
              <a:t>Web &amp; Android  ·  Private family portal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2070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56032"/>
            <a:ext cx="108749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Agenda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218023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1247" y="1773936"/>
            <a:ext cx="438912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1737360"/>
            <a:ext cx="4303623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1E293B"/>
                </a:solidFill>
                <a:latin typeface="Segoe UI"/>
              </a:rPr>
              <a:t>Purpose &amp; vision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15303" y="1572768"/>
            <a:ext cx="5218023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98183" y="1773936"/>
            <a:ext cx="438912" cy="43891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5111" y="1737360"/>
            <a:ext cx="4303623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1E293B"/>
                </a:solidFill>
                <a:latin typeface="Segoe UI"/>
              </a:rPr>
              <a:t>Platform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70048"/>
            <a:ext cx="5218023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41247" y="2871216"/>
            <a:ext cx="438912" cy="43891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34640"/>
            <a:ext cx="4303623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1E293B"/>
                </a:solidFill>
                <a:latin typeface="Segoe UI"/>
              </a:rPr>
              <a:t>Core modules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5303" y="2670048"/>
            <a:ext cx="5218023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98183" y="2871216"/>
            <a:ext cx="438912" cy="43891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5111" y="2834640"/>
            <a:ext cx="4303623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1E293B"/>
                </a:solidFill>
                <a:latin typeface="Segoe UI"/>
              </a:rPr>
              <a:t>Admin &amp; security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86835" y="3767328"/>
            <a:ext cx="5218023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669715" y="3968496"/>
            <a:ext cx="438912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6643" y="3931920"/>
            <a:ext cx="4303623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1E293B"/>
                </a:solidFill>
                <a:latin typeface="Segoe UI"/>
              </a:rPr>
              <a:t>Summary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6510528"/>
            <a:ext cx="457200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Segoe UI"/>
              </a:rPr>
              <a:t>Jagiri's Kutumbam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36047" y="6510528"/>
            <a:ext cx="109728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Segoe U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2070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56032"/>
            <a:ext cx="108749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What Is Jagiri's Kutumbam?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04672"/>
            <a:ext cx="108749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Segoe UI"/>
              </a:rPr>
              <a:t>A secure digital home for the Jagiri family to preserve identity, history, and connection.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35024"/>
            <a:ext cx="10874959" cy="2962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60120" y="1816912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77824" y="1700784"/>
            <a:ext cx="164592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0431" y="1536192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Central directory of family members with rich profiles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493568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7824" y="2377440"/>
            <a:ext cx="164592" cy="16459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1" y="2212848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Visual family tree built from parent–child relationships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170224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77824" y="3054096"/>
            <a:ext cx="164592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70431" y="2889504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Photos, events, maps, and analytics in one place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" y="3730752"/>
            <a:ext cx="164592" cy="16459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70431" y="3566160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Role-based access — only approved members can sign 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6510528"/>
            <a:ext cx="457200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Segoe UI"/>
              </a:rPr>
              <a:t>Jagiri's Kutumbam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36047" y="6510528"/>
            <a:ext cx="109728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Segoe U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2070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56032"/>
            <a:ext cx="108749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Platforms &amp; Access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5272887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5272887" cy="47548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828800"/>
            <a:ext cx="5272887" cy="128016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572768"/>
            <a:ext cx="487055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Segoe UI"/>
              </a:rPr>
              <a:t>Where it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" y="2212848"/>
            <a:ext cx="128016" cy="1280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103120"/>
            <a:ext cx="470595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Segoe UI"/>
              </a:rPr>
              <a:t>Web app — modern browser (desktop &amp; tablet)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2871216"/>
            <a:ext cx="128016" cy="1280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761488"/>
            <a:ext cx="470595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Segoe UI"/>
              </a:rPr>
              <a:t>Android app — native shell via Capacitor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" y="3529584"/>
            <a:ext cx="128016" cy="1280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419856"/>
            <a:ext cx="470595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Segoe UI"/>
              </a:rPr>
              <a:t>Responsive layout with dark &amp; light themes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0439" y="1481328"/>
            <a:ext cx="5272887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60439" y="1481328"/>
            <a:ext cx="5272887" cy="475488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0439" y="1828800"/>
            <a:ext cx="5272887" cy="128016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1607" y="1572768"/>
            <a:ext cx="487055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891B2"/>
                </a:solidFill>
                <a:latin typeface="Segoe UI"/>
              </a:rPr>
              <a:t>Getting started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61607" y="2212848"/>
            <a:ext cx="128016" cy="128016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99351" y="2103120"/>
            <a:ext cx="470595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Segoe UI"/>
              </a:rPr>
              <a:t>Register or receive credentials from an admin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2871216"/>
            <a:ext cx="128016" cy="128016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99351" y="2761488"/>
            <a:ext cx="470595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Segoe UI"/>
              </a:rPr>
              <a:t>Sign in with username &amp; password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61607" y="3529584"/>
            <a:ext cx="128016" cy="128016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99351" y="3419856"/>
            <a:ext cx="470595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Segoe UI"/>
              </a:rPr>
              <a:t>Forgot password &amp; privacy policy supported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61607" y="4187952"/>
            <a:ext cx="128016" cy="128016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99351" y="4078224"/>
            <a:ext cx="470595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Segoe UI"/>
              </a:rPr>
              <a:t>Notifications via the bell icon in the header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6510528"/>
            <a:ext cx="457200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Segoe UI"/>
              </a:rPr>
              <a:t>Jagiri's Kutumbam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36047" y="6510528"/>
            <a:ext cx="109728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Segoe U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2070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292608"/>
            <a:ext cx="566928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256032"/>
            <a:ext cx="1012515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04672"/>
            <a:ext cx="108749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Segoe UI"/>
              </a:rPr>
              <a:t>Your family command centre — key metrics and charts at a glance.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74959" cy="2962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0120" y="1853488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77824" y="1737360"/>
            <a:ext cx="164592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1" y="1572768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Live counts: members, living/deceased, upcoming birthdays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530144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7824" y="2414016"/>
            <a:ext cx="164592" cy="16459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1" y="2249424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Charts: births by decade, gender, blood groups, deaths by year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206800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77824" y="3090672"/>
            <a:ext cx="164592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1" y="2926080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Recent announcements and activity feed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" y="3767328"/>
            <a:ext cx="164592" cy="16459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0431" y="3602736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Quick navigation to members, gallery, and events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6510528"/>
            <a:ext cx="457200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Segoe UI"/>
              </a:rPr>
              <a:t>Jagiri's Kutumbam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6047" y="6510528"/>
            <a:ext cx="109728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Segoe U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2070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292608"/>
            <a:ext cx="566928" cy="566928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256032"/>
            <a:ext cx="1012515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Family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04672"/>
            <a:ext cx="108749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Segoe UI"/>
              </a:rPr>
              <a:t>Complete, searchable directory of every family member.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74959" cy="2962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0120" y="1853488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77824" y="1737360"/>
            <a:ext cx="164592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1" y="1572768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Add &amp; edit profiles — photo, dates, parents, spouse, occupation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530144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7824" y="2414016"/>
            <a:ext cx="164592" cy="16459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1" y="2249424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Smart filters: village/place, surname, gender, living 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206800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77824" y="3090672"/>
            <a:ext cx="164592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1" y="2926080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Filters hidden by default — tap Filters to expand on mobile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" y="3767328"/>
            <a:ext cx="164592" cy="16459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0431" y="3602736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Tap any member to open a detailed profile page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6510528"/>
            <a:ext cx="457200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Segoe UI"/>
              </a:rPr>
              <a:t>Jagiri's Kutumbam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6047" y="6510528"/>
            <a:ext cx="109728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Segoe U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2070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292608"/>
            <a:ext cx="566928" cy="5669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256032"/>
            <a:ext cx="1012515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Family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04672"/>
            <a:ext cx="108749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Segoe UI"/>
              </a:rPr>
              <a:t>Interactive visual genealogy — automatically built from member links.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74959" cy="2962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0120" y="1853488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77824" y="1737360"/>
            <a:ext cx="164592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1" y="1572768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Vertical tree with spouse pairs shown side-by-side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530144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7824" y="2414016"/>
            <a:ext cx="164592" cy="16459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1" y="2249424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Click any card to open the member profile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206800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77824" y="3090672"/>
            <a:ext cx="164592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1" y="2926080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Pan, scroll-to-zoom, Fit, Zoom in/out, and Full screen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" y="3767328"/>
            <a:ext cx="164592" cy="16459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0431" y="3602736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Optimized for both web and mobile viewports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6510528"/>
            <a:ext cx="457200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Segoe UI"/>
              </a:rPr>
              <a:t>Jagiri's Kutumbam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6047" y="6510528"/>
            <a:ext cx="109728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Segoe U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2070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292608"/>
            <a:ext cx="566928" cy="56692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256032"/>
            <a:ext cx="1012515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Reports &amp;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04672"/>
            <a:ext cx="108749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Segoe UI"/>
              </a:rPr>
              <a:t>Demographic insights with drill-down to member lists.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74959" cy="2962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0120" y="1853488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77824" y="1737360"/>
            <a:ext cx="164592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1" y="1572768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Core: total, living, deceased, male, female members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530144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7824" y="2414016"/>
            <a:ext cx="164592" cy="16459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1" y="2249424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Age groups for living members (children to seniors)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206800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77824" y="3090672"/>
            <a:ext cx="164592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1" y="2926080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Additional: blood group, occupation, village, and more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" y="3767328"/>
            <a:ext cx="164592" cy="16459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0431" y="3602736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Tap any report card → view filtered member 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6510528"/>
            <a:ext cx="457200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Segoe UI"/>
              </a:rPr>
              <a:t>Jagiri's Kutumbam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6047" y="6510528"/>
            <a:ext cx="109728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Segoe U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2070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292608"/>
            <a:ext cx="566928" cy="5669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256032"/>
            <a:ext cx="1012515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Photo Gallery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80160"/>
            <a:ext cx="10874959" cy="2962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60120" y="1762048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77824" y="1645920"/>
            <a:ext cx="164592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0431" y="1481328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Shared family photo album accessible to all members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438704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7824" y="2322576"/>
            <a:ext cx="164592" cy="16459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1" y="2157984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Browse uploaded memories in a clean gallery grid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115360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77824" y="2999232"/>
            <a:ext cx="164592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70431" y="2834640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Upload new photos from the gallery module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" y="3675887"/>
            <a:ext cx="164592" cy="16459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70431" y="3511296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Photos served securely through the family backend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6510528"/>
            <a:ext cx="457200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Segoe UI"/>
              </a:rPr>
              <a:t>Jagiri's Kutumbam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36047" y="6510528"/>
            <a:ext cx="109728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Segoe U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2070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292608"/>
            <a:ext cx="566928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256032"/>
            <a:ext cx="1012515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Events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80160"/>
            <a:ext cx="10874959" cy="2962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60120" y="1762048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77824" y="1645920"/>
            <a:ext cx="164592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0431" y="1481328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Family events calendar — gatherings, milestones, reminders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438704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7824" y="2322576"/>
            <a:ext cx="164592" cy="16459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1" y="2157984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Events surface on the dashboard upcoming 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115360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77824" y="2999232"/>
            <a:ext cx="164592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70431" y="2834640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Helps the family stay aligned on important dates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" y="3675887"/>
            <a:ext cx="164592" cy="16459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70431" y="3511296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Easy to scan on mobile and desktop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6510528"/>
            <a:ext cx="457200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Segoe UI"/>
              </a:rPr>
              <a:t>Jagiri's Kutumbam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36047" y="6510528"/>
            <a:ext cx="109728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Segoe U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2070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292608"/>
            <a:ext cx="566928" cy="566928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256032"/>
            <a:ext cx="1012515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Places &amp;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04672"/>
            <a:ext cx="108749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Segoe UI"/>
              </a:rPr>
              <a:t>See where family members live and explore locations visually.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74959" cy="2962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0120" y="1853488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77824" y="1737360"/>
            <a:ext cx="164592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1" y="1572768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Interactive map with pins grouped by place/village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530144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7824" y="2414016"/>
            <a:ext cx="164592" cy="16459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1" y="2249424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Tap a pin → member list with profile links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206800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77824" y="3090672"/>
            <a:ext cx="164592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1" y="2926080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Open Google Maps directions from any location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" y="3767328"/>
            <a:ext cx="164592" cy="16459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0431" y="3602736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Filter panel for place and surname on mobile &amp; web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6510528"/>
            <a:ext cx="457200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Segoe UI"/>
              </a:rPr>
              <a:t>Jagiri's Kutumbam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6047" y="6510528"/>
            <a:ext cx="109728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Segoe U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2070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56032"/>
            <a:ext cx="108749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Search · Contact · Account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35024"/>
            <a:ext cx="10874959" cy="2962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60120" y="1816912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77824" y="1700784"/>
            <a:ext cx="164592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1" y="1536192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Global Search — find members quickly across the 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493568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77824" y="2377440"/>
            <a:ext cx="164592" cy="16459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0431" y="2212848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Contact Us — reach family organisers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3170224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77824" y="3054096"/>
            <a:ext cx="164592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1" y="2889504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Account &amp; Privacy — profile settings and data controls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" y="3730752"/>
            <a:ext cx="164592" cy="16459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1" y="3566160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Privacy Policy page for transparency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6510528"/>
            <a:ext cx="457200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Segoe UI"/>
              </a:rPr>
              <a:t>Jagiri's Kutumbam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6047" y="6510528"/>
            <a:ext cx="109728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Segoe U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2070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292608"/>
            <a:ext cx="566928" cy="56692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256032"/>
            <a:ext cx="1012515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Admin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04672"/>
            <a:ext cx="108749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Segoe UI"/>
              </a:rPr>
              <a:t>Available to administrators only.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74959" cy="2962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0120" y="1853488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77824" y="1737360"/>
            <a:ext cx="164592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1" y="1572768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User management — create, edit, and approve access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530144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7824" y="2414016"/>
            <a:ext cx="164592" cy="16459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1" y="2249424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Announcements — broadcast news to all members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206800"/>
            <a:ext cx="27432" cy="30449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77824" y="3090672"/>
            <a:ext cx="164592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1" y="2926080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Audit log — track sensitive changes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" y="3767328"/>
            <a:ext cx="164592" cy="16459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0431" y="3602736"/>
            <a:ext cx="1016172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Segoe UI"/>
              </a:rPr>
              <a:t>Keeps the family network secure and well-governed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6510528"/>
            <a:ext cx="457200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Segoe UI"/>
              </a:rPr>
              <a:t>Jagiri's Kutumbam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6047" y="6510528"/>
            <a:ext cx="109728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Segoe U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2070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56032"/>
            <a:ext cx="108749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Segoe UI"/>
              </a:rP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5272887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5272887" cy="47548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828800"/>
            <a:ext cx="5272887" cy="128016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572768"/>
            <a:ext cx="487055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Segoe UI"/>
              </a:rPr>
              <a:t>Frontend &amp; mobile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" y="2212848"/>
            <a:ext cx="128016" cy="1280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103120"/>
            <a:ext cx="470595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Segoe UI"/>
              </a:rPr>
              <a:t>React 18 + Vite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2871216"/>
            <a:ext cx="128016" cy="1280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761488"/>
            <a:ext cx="470595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Segoe UI"/>
              </a:rPr>
              <a:t>Tailwind CSS, Recharts, Leaflet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" y="3529584"/>
            <a:ext cx="128016" cy="1280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419856"/>
            <a:ext cx="470595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Segoe UI"/>
              </a:rPr>
              <a:t>Capacitor 8 — Android 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0439" y="1481328"/>
            <a:ext cx="5272887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60439" y="1481328"/>
            <a:ext cx="5272887" cy="475488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0439" y="1828800"/>
            <a:ext cx="5272887" cy="128016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1607" y="1572768"/>
            <a:ext cx="487055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891B2"/>
                </a:solidFill>
                <a:latin typeface="Segoe UI"/>
              </a:rPr>
              <a:t>Backend &amp;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61607" y="2212848"/>
            <a:ext cx="128016" cy="128016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99351" y="2103120"/>
            <a:ext cx="470595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Segoe UI"/>
              </a:rPr>
              <a:t>Node.js + Express REST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2871216"/>
            <a:ext cx="128016" cy="128016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99351" y="2761488"/>
            <a:ext cx="470595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Segoe UI"/>
              </a:rPr>
              <a:t>PostgreSQL (my-family database)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61607" y="3529584"/>
            <a:ext cx="128016" cy="128016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99351" y="3419856"/>
            <a:ext cx="470595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Segoe UI"/>
              </a:rPr>
              <a:t>JWT authentication &amp; role-based routes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6510528"/>
            <a:ext cx="457200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Segoe UI"/>
              </a:rPr>
              <a:t>Jagiri's Kutumbam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36047" y="6510528"/>
            <a:ext cx="1097280" cy="2560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Segoe U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" y="914400"/>
            <a:ext cx="1371600" cy="13716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0" y="5029200"/>
            <a:ext cx="914400" cy="9144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48070" y="2286000"/>
            <a:ext cx="7692812" cy="2641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dirty="0">
                <a:solidFill>
                  <a:srgbClr val="FFFFFF"/>
                </a:solidFill>
                <a:latin typeface="Segoe UI"/>
              </a:rPr>
              <a:t>One App. One Family. All Connected.</a:t>
            </a:r>
          </a:p>
          <a:p>
            <a:pPr algn="ctr">
              <a:spcBef>
                <a:spcPts val="1400"/>
              </a:spcBef>
            </a:pPr>
            <a:endParaRPr lang="en-GB" sz="1800" b="0" dirty="0">
              <a:solidFill>
                <a:srgbClr val="94A3B8"/>
              </a:solidFill>
              <a:latin typeface="Segoe UI"/>
            </a:endParaRPr>
          </a:p>
          <a:p>
            <a:pPr algn="ctr">
              <a:spcBef>
                <a:spcPts val="1400"/>
              </a:spcBef>
            </a:pPr>
            <a:r>
              <a:rPr sz="1800" b="0" dirty="0">
                <a:solidFill>
                  <a:srgbClr val="94A3B8"/>
                </a:solidFill>
                <a:latin typeface="Segoe UI"/>
              </a:rPr>
              <a:t>Members  ·  Tree  ·  Reports  ·  Gallery</a:t>
            </a:r>
          </a:p>
          <a:p>
            <a:pPr algn="ctr">
              <a:spcBef>
                <a:spcPts val="1400"/>
              </a:spcBef>
            </a:pPr>
            <a:r>
              <a:rPr sz="1800" b="0" dirty="0">
                <a:solidFill>
                  <a:srgbClr val="94A3B8"/>
                </a:solidFill>
                <a:latin typeface="Segoe UI"/>
              </a:rPr>
              <a:t>Events  ·  Map  ·  Search  ·  Notifications</a:t>
            </a:r>
          </a:p>
          <a:p>
            <a:pPr algn="ctr">
              <a:spcBef>
                <a:spcPts val="3200"/>
              </a:spcBef>
            </a:pPr>
            <a:r>
              <a:rPr sz="1600" b="1" dirty="0">
                <a:solidFill>
                  <a:srgbClr val="0891B2"/>
                </a:solidFill>
                <a:latin typeface="Segoe UI"/>
              </a:rPr>
              <a:t>Thank you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692</Words>
  <Application>Microsoft Office PowerPoint</Application>
  <PresentationFormat>Widescreen</PresentationFormat>
  <Paragraphs>130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Nithun Jagiri</cp:lastModifiedBy>
  <cp:revision>2</cp:revision>
  <dcterms:created xsi:type="dcterms:W3CDTF">2013-01-27T09:14:16Z</dcterms:created>
  <dcterms:modified xsi:type="dcterms:W3CDTF">2026-07-05T15:31:54Z</dcterms:modified>
  <cp:category/>
</cp:coreProperties>
</file>