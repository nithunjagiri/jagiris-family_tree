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669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920240"/>
            <a:ext cx="8961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  <a:latin typeface="Calibri"/>
              </a:rPr>
              <a:t>Jagiri's Kutumbam</a:t>
            </a:r>
          </a:p>
          <a:p>
            <a:pPr algn="ctr">
              <a:spcBef>
                <a:spcPts val="1200"/>
              </a:spcBef>
            </a:pPr>
            <a:r>
              <a:rPr sz="2200" b="0">
                <a:solidFill>
                  <a:srgbClr val="2563EB"/>
                </a:solidFill>
                <a:latin typeface="Calibri"/>
              </a:rPr>
              <a:t>Family Memory Management Application</a:t>
            </a:r>
          </a:p>
          <a:p>
            <a:pPr algn="ctr">
              <a:spcBef>
                <a:spcPts val="2000"/>
              </a:spcBef>
            </a:pPr>
            <a:r>
              <a:rPr sz="1600" b="0">
                <a:solidFill>
                  <a:srgbClr val="64748B"/>
                </a:solidFill>
                <a:latin typeface="Calibri"/>
              </a:rPr>
              <a:t>Connect · Remember · Celebrate · Grow Together</a:t>
            </a:r>
          </a:p>
          <a:p>
            <a:pPr algn="ctr">
              <a:spcBef>
                <a:spcPts val="2800"/>
              </a:spcBef>
            </a:pPr>
            <a:r>
              <a:rPr sz="1400" b="0">
                <a:solidFill>
                  <a:srgbClr val="0891B2"/>
                </a:solidFill>
                <a:latin typeface="Calibri"/>
              </a:rPr>
              <a:t>Web &amp; Android  |  Private family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Purpose &amp; vision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Platform access (Web + Mobile)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Core modules walkthrough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Admin &amp; security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Summary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4032504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What Is Jagiri's Kutumbam?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A secure digital home for the Jagiri family to preserve identity, history, and connection.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Central directory of family members with rich profiles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Visual family tree built from parent–child relationships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Photos, events, maps, and analytics in one place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Role-based access — only approved members can sign in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Platforms &amp;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12064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Where it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Web app — modern browser (desktop &amp; tablet)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Android app — native shell via Capacitor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Responsive layout with dark &amp; light themes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00200"/>
            <a:ext cx="512064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Getting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Register or receive credentials from an admin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Sign in with username &amp; password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Forgot password &amp; privacy policy supported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Notifications via the bell icon in the header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Your family command centre — key metrics and charts at a glance.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Live counts: members, living/deceased, upcoming birthdays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Charts: births by decade, gender, blood groups, deaths by year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Recent announcements and activity feed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Quick navigation to members, gallery, and events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Family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Complete, searchable directory of every family member.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Add &amp; edit profiles — photo, dates, parents, spouse, occupation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Smart filters: village/place, surname, gender, living status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Filters hidden by default — tap Filters to expand on mobile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Tap any member to open a detailed profile page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Family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Interactive visual genealogy — automatically built from member links.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Vertical tree with spouse pairs shown side-by-side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Click any card to open the member profile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Pan, scroll-to-zoom, Fit, Zoom in/out, and Full screen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Optimized for both web and mobile viewports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Reports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Demographic insights with drill-down to member lists.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Core: total, living, deceased, male, female members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Age groups for living members (children to seniors)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Additional: blood group, occupation, village, and more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Tap any report card → view filtered member table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Photo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Shared family photo album accessible to all members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Browse uploaded memories in a clean gallery grid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Upload new photos from the gallery module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Photos served securely through the family backend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Family events calendar — gatherings, milestones, reminders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Events surface on the dashboard upcoming list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Helps the family stay aligned on important dates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Easy to scan on mobile and desktop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Places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See where family members live and explore locations visually.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Interactive map with pins grouped by place/village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Tap a pin → member list with profile links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Open Google Maps directions from any location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Filter panel for place and surname on mobile &amp; web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Search · Contact ·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Global Search — find members quickly across the app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Contact Us — reach family organisers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Account &amp; Privacy — profile settings and data controls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Privacy Policy page for transparency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Calibri"/>
              </a:rPr>
              <a:t>Available to administrators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User management — create, edit, and approve access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Announcements — broadcast news to all members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Audit log — track sensitive changes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E293B"/>
                </a:solidFill>
                <a:latin typeface="Calibri"/>
              </a:rPr>
              <a:t>Keeps the family network secure and well-governed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764792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2898648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12064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Frontend &amp;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React 18 + Vite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Tailwind CSS, Recharts, Leaflet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Capacitor 8 — Android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00200"/>
            <a:ext cx="512064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Calibri"/>
              </a:rPr>
              <a:t>Backend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Node.js + Express REST API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PostgreSQL (my-family database)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•  JWT authentication &amp; role-based routes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Jagiri's Kutumbam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One App. One Family. All Connected.</a:t>
            </a:r>
          </a:p>
          <a:p>
            <a:pPr algn="ctr">
              <a:spcBef>
                <a:spcPts val="1600"/>
              </a:spcBef>
            </a:pPr>
            <a:r>
              <a:rPr sz="2000" b="0">
                <a:solidFill>
                  <a:srgbClr val="CBD5E1"/>
                </a:solidFill>
                <a:latin typeface="Calibri"/>
              </a:rPr>
              <a:t>Members  ·  Tree  ·  Reports  ·  Gallery</a:t>
            </a:r>
          </a:p>
          <a:p>
            <a:pPr algn="ctr">
              <a:spcBef>
                <a:spcPts val="1600"/>
              </a:spcBef>
            </a:pPr>
            <a:r>
              <a:rPr sz="2000" b="0">
                <a:solidFill>
                  <a:srgbClr val="CBD5E1"/>
                </a:solidFill>
                <a:latin typeface="Calibri"/>
              </a:rPr>
              <a:t>Events  ·  Map  ·  Search  ·  Notifications</a:t>
            </a:r>
          </a:p>
          <a:p>
            <a:pPr algn="ctr">
              <a:spcBef>
                <a:spcPts val="3600"/>
              </a:spcBef>
            </a:pPr>
            <a:r>
              <a:rPr sz="1800" b="0">
                <a:solidFill>
                  <a:srgbClr val="0891B2"/>
                </a:solidFill>
                <a:latin typeface="Calibri"/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